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sentence: MotionAI turns construction movement into structured motion data that AI can understand. Mention this now uses real Rokoko recordings.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construction-focused. The problem is not animation; the problem is that physical skill is not captured in AI-ready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project-status slide. Spend a little time here because it tells them the prototype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if we change mocap devices later, we change the adapter, not the whole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it an initial pilot dataset. The next research step is multiple 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viewer live. Point out that it is real capture data. Keep this simple and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is the baseline model. More advanced sequence models can come later after the dataset is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showing the viewer, run this classifier command. Then transition to the cross-validation result as the stronger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careful result exactly. This protects credibility while still being impressive.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feedback. Ask which application would be most valuable to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a clear ask. You want the client to help choose task priorities and validation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feedback and direction for the next validation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RCON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MotionAI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Turning skilled construction movement into machine-readable motion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Capture → Convert → Visualize → Analyze → Classify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15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Client prototype update · September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2344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👷‍♂️  →  🧠  →  🤖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6949440" y="2514600"/>
            <a:ext cx="3931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Human motion capture + 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for the built environment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7804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Rokoko suit + Smartgloves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Real construction-task recordings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First activity-recognition model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Construction skill is physical — most AI data is not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MotionAI targets the missing data layer between human trade skill and machine intelligence.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46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Skilled work happens through motion: posture, reach, repetition, tool use, grip, timing.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78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Most construction AI works from text, images, plans, or video — not precise body motion.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Training, safety, digital twins, and robotics all need structured human-motion data.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Human Skill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4192" y="2084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23960" y="18288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Motion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863072" y="2084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55480" y="36576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/ Robots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1268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80760" y="5074920"/>
            <a:ext cx="512064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MotionAI creates the missing layer by converting human construction movement into standardized data.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STATUS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What we built: a working motion intelligence pipeline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Current milestone: real capture data goes through conversion, visualization, feature extraction and classification.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121408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60A5FA"/>
          </a:solidFill>
          <a:ln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Rokoko + gloves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59152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88920" y="2121408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FBX → 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1144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10912" y="2121408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38BDF8"/>
          </a:solidFill>
          <a:ln>
            <a:solidFill>
              <a:srgbClr val="38BD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3D skeleton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03136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32904" y="2121408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415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25128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54896" y="2121408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prediction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</a:rPr>
              <a:t>25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296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real recordings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9319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9E0B"/>
                </a:solidFill>
              </a:rPr>
              <a:t>5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83464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activity classes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9319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8BDF8"/>
                </a:solidFill>
              </a:rPr>
              <a:t>75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80060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bones/frame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78BFA"/>
                </a:solidFill>
              </a:rPr>
              <a:t>415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766560" y="4498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features/recording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0684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C55E"/>
                </a:solidFill>
              </a:rPr>
              <a:t>100%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006840" y="4498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pilot CV 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06840" y="48097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single actor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5715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This is no longer synthetic-only: MotionAI now processes real movement captured from the Rokoko suit and Smartgloves.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The system is built around a reusable MotionSession format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Rokoko plugs into the input side; viewer, dataset tools and AI work from a standard representation.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Rokoko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FBX export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0391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18288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0391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8288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MotionAI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78040" y="20391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18288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MotionSession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 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From the same MotionSession: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68880" y="37490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38BDF8"/>
          </a:solidFill>
          <a:ln>
            <a:solidFill>
              <a:srgbClr val="38BD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3D Viewer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37490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Classifier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37490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Avatar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/ Robotics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52578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The adapter architecture prevents the project from becoming a one-off Rokoko demo.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DATASET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Initial construction-motion pilot dataset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Five activities, five recordings per activity, captured with Rokoko body suit + Smartgloves.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6276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1627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Motion signal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Box Carry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21122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movement through space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624328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Box Lift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679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2679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bend, grasp, lift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191256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Hammer Strike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3246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repeated tool motion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758184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Material Place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3813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3813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reach, place, release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Overhead 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43799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94760" y="4379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arms above shoulder level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0664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👷‍♂️  +  🧤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812280" y="274320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</a:rPr>
              <a:t>75 bones per frame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6748272" y="3337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including hand and finger motion from Smartgloves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7150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Next dataset need: multiple participants performing the same task set.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DEMO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Visualize real captured movement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MotionAI viewer reconstructs captured body motion from standardized JSON.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572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Run: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669280" cy="475488"/>
          </a:xfrm>
          <a:prstGeom prst="roundRect">
            <a:avLst>
              <a:gd name="adj" fmla="val 11538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python -m src.visualization.skeleton_viewer data\processed\box_lift_001.json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8437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Real recording captured in Rokoko Studio and exported as FBX.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5295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Converter extracts 3D body and hand-bone motion into MotionAI JSON.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215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Viewer plays it back with 3D skeleton, metadata and playback controls.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828800"/>
            <a:ext cx="3657600" cy="3108960"/>
          </a:xfrm>
          <a:prstGeom prst="roundRect">
            <a:avLst>
              <a:gd name="adj" fmla="val 1765"/>
            </a:avLst>
          </a:prstGeom>
          <a:solidFill>
            <a:srgbClr val="202B40"/>
          </a:solidFill>
          <a:ln>
            <a:solidFill>
              <a:srgbClr val="202B4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3D Skeleton Playback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👷‍♂️  →  📦  →  table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Play / Pause / Restart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line for the demo: “This is a real Rokoko capture running through our own MotionAI pipeline.”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MACHINE LEARNING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MotionAI turns movement into 415 AI features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first model uses engineered features to classify construction activities from motion patterns.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2DD4BF"/>
          </a:solidFill>
          <a:ln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MotionAI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75 bones/frame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20756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37560" y="18745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root-center + normalize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20756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8076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415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20756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4108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groups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60A5FA"/>
          </a:solidFill>
          <a:ln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Joint position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37581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mean, std, min/max, range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17880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Joint velocity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42336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mean absolute velocity, max velocity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654296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Whole-body motion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47091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pelvis displacement and movement range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129784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51846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how long the task took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a Random Forest first?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3840480"/>
            <a:ext cx="3337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Fast, explainable, strong with small datasets, and outputs class confidence scores.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DEMO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Classify a motion recording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MotionAI predicts the activity directly from skeletal motion features.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Run: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5669280" cy="475488"/>
          </a:xfrm>
          <a:prstGeom prst="roundRect">
            <a:avLst>
              <a:gd name="adj" fmla="val 11538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python -m Scripts.test_activity_classifier data\processed\hammer_strike_005.json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364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Hammer Strike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96112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96.40% confidence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Class probabilities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Hammer Strike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3319272"/>
            <a:ext cx="2651760" cy="128016"/>
          </a:xfrm>
          <a:prstGeom prst="rect">
            <a:avLst/>
          </a:prstGeom>
          <a:solidFill>
            <a:srgbClr val="253044"/>
          </a:solidFill>
          <a:ln w="12700">
            <a:solidFill>
              <a:srgbClr val="253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319272"/>
            <a:ext cx="2556297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3291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96.4%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72200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Material Place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3739896"/>
            <a:ext cx="2651760" cy="128016"/>
          </a:xfrm>
          <a:prstGeom prst="rect">
            <a:avLst/>
          </a:prstGeom>
          <a:solidFill>
            <a:srgbClr val="253044"/>
          </a:solidFill>
          <a:ln w="12700">
            <a:solidFill>
              <a:srgbClr val="2530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739896"/>
            <a:ext cx="36576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1.2%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2200" y="4133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Overhead 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4160520"/>
            <a:ext cx="2651760" cy="128016"/>
          </a:xfrm>
          <a:prstGeom prst="rect">
            <a:avLst/>
          </a:prstGeom>
          <a:solidFill>
            <a:srgbClr val="253044"/>
          </a:solidFill>
          <a:ln w="12700">
            <a:solidFill>
              <a:srgbClr val="2530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160520"/>
            <a:ext cx="36576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61320" y="4133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1.2%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4553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Box Lift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0" y="4581144"/>
            <a:ext cx="2651760" cy="128016"/>
          </a:xfrm>
          <a:prstGeom prst="rect">
            <a:avLst/>
          </a:prstGeom>
          <a:solidFill>
            <a:srgbClr val="253044"/>
          </a:solidFill>
          <a:ln w="12700">
            <a:solidFill>
              <a:srgbClr val="2530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4581144"/>
            <a:ext cx="36576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61320" y="45537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0.8%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49743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Box Carry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0" y="5001768"/>
            <a:ext cx="2651760" cy="128016"/>
          </a:xfrm>
          <a:prstGeom prst="rect">
            <a:avLst/>
          </a:prstGeom>
          <a:solidFill>
            <a:srgbClr val="253044"/>
          </a:solidFill>
          <a:ln w="12700">
            <a:solidFill>
              <a:srgbClr val="2530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5001768"/>
            <a:ext cx="36576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613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0.4%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57150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model is recognizing task-specific movement patterns from motion capture data, not video imagery.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EVALUATION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Pilot evaluation: 100% out-of-fold accuracy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Five-fold stratified cross-validation across 25 single-actor recordings.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</a:rPr>
              <a:t>5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folds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5087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C55E"/>
                </a:solidFill>
              </a:rPr>
              <a:t>25/25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33172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correct predictions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15087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9E0B"/>
                </a:solidFill>
              </a:rPr>
              <a:t>83.96%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34340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avg confidence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15087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8BDF8"/>
                </a:solidFill>
              </a:rPr>
              <a:t>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355080" y="20756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misclassifications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09560" y="15087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78BFA"/>
                </a:solidFill>
              </a:rPr>
              <a:t>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909560" y="20756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7EB"/>
                </a:solidFill>
              </a:rPr>
              <a:t>activity classes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054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Aggregate confusion matrix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07592" y="355701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Carry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8328" y="39867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Carry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07592" y="3886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00784" y="3886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93976" y="3886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87168" y="3886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3886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00784" y="355701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Lift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" y="43799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Lift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307592" y="4279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00784" y="4279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93976" y="4279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87168" y="4279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4279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93976" y="355701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Hammer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8328" y="47731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Hammer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07592" y="46725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00784" y="46725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93976" y="46725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87168" y="46725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80360" y="46725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87168" y="355701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8328" y="51663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307592" y="50657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700784" y="50657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93976" y="50657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87168" y="50657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80360" y="50657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80360" y="355701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Over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38328" y="5559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Over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307592" y="5458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700784" y="5458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093976" y="5458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487168" y="5458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3244"/>
          </a:solidFill>
          <a:ln>
            <a:solidFill>
              <a:srgbClr val="2732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880360" y="5458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 to say it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669280" y="3822192"/>
            <a:ext cx="5120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“In an initial single-actor pilot dataset, MotionAI achieved 100% out-of-fold activity-classification accuracy across five construction activities.”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669280" y="4892040"/>
            <a:ext cx="5120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Important scope: single actor, controlled tasks. Next validation is multi-person and more variable conditions.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CONSTRUCTION VALUE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Where this can create value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same motion layer can support training, safety, workflow analysis, digital twins and robotics research.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Skill 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Record how experienced workers perform physical tasks.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Training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0848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Compare apprentice motion against expert motion.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0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Ergonomics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20848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Detect risky bending, reaching, repetition and posture.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Digital twins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142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Replay real worker activity inside virtual environments.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0" y="3703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Task recognition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4142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Identify construction activities from body motion.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0" y="3703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Future robotics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0" y="4142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Use human demonstrations as research data for machines.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58704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 decision point: which use case should become the first real pilot?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Recommended next phase: validate and productize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024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foundation works. The next goal is proving generalization and turning results into a client-ready demo flow.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47472" cy="3474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Multi-worker 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3–5 people perform the same task set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468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Generalization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788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Train on some workers, test on a new person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429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Prediction UI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7490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Show activity + confidence beside the motion viewer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347472" cy="347472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Use-case focus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091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</a:rPr>
              <a:t>Choose training, safety, productivity, or robotics path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 need from the client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240280"/>
            <a:ext cx="43891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1. Which tasks matter most?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2. What outcome is most valuable?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3. Who can help perform/validate motions?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4. What would make the R-CON demo useful?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03720" y="49377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Goal: prototype → pilot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RCON MotionAI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MotionAI v0.2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148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DD4BF"/>
                </a:solidFill>
              </a:rPr>
              <a:t>Real Rokoko capture → standardized motion data → 3D visualization → AI activity recognition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Initial single-actor pilot: 25 recordings, 5 construction activities, 100% out-of-fold classification accuracy.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Questions + feedback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8388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What should MotionAI prove next?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Capture → Convert → Visualize → Analyze → Classify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RCON MotionAI Client Presentation</dc:title>
  <dc:subject>RCON MotionAI client presentation</dc:subject>
  <dc:creator>Zackery Lake</dc:creator>
  <cp:lastModifiedBy>Zackery Lake</cp:lastModifiedBy>
  <cp:revision>1</cp:revision>
  <dcterms:created xsi:type="dcterms:W3CDTF">2026-09-03T23:00:33Z</dcterms:created>
  <dcterms:modified xsi:type="dcterms:W3CDTF">2026-09-03T23:00:33Z</dcterms:modified>
</cp:coreProperties>
</file>